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sldIdLst>
    <p:sldId id="257" r:id="rId5"/>
    <p:sldId id="25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OI RAFFERTY - STUDENT" userId="6200013d-4256-4add-a5f5-64268666eba0" providerId="ADAL" clId="{BF6C19A7-27AA-4E9B-A88D-C14EFF683A0E}"/>
    <pc:docChg chg="modSld sldOrd">
      <pc:chgData name="LAOI RAFFERTY - STUDENT" userId="6200013d-4256-4add-a5f5-64268666eba0" providerId="ADAL" clId="{BF6C19A7-27AA-4E9B-A88D-C14EFF683A0E}" dt="2026-02-17T10:25:17.718" v="0"/>
      <pc:docMkLst>
        <pc:docMk/>
      </pc:docMkLst>
      <pc:sldChg chg="ord">
        <pc:chgData name="LAOI RAFFERTY - STUDENT" userId="6200013d-4256-4add-a5f5-64268666eba0" providerId="ADAL" clId="{BF6C19A7-27AA-4E9B-A88D-C14EFF683A0E}" dt="2026-02-17T10:25:17.718" v="0"/>
        <pc:sldMkLst>
          <pc:docMk/>
          <pc:sldMk cId="3408941971" sldId="257"/>
        </pc:sldMkLst>
      </pc:sldChg>
    </pc:docChg>
  </pc:docChgLst>
  <pc:docChgLst>
    <pc:chgData name="LAOI RAFFERTY - STUDENT" userId="6200013d-4256-4add-a5f5-64268666eba0" providerId="ADAL" clId="{111D4892-B8FF-4B53-BDD0-3C6B7A03EEC6}"/>
    <pc:docChg chg="custSel modSld">
      <pc:chgData name="LAOI RAFFERTY - STUDENT" userId="6200013d-4256-4add-a5f5-64268666eba0" providerId="ADAL" clId="{111D4892-B8FF-4B53-BDD0-3C6B7A03EEC6}" dt="2026-02-23T16:48:35.468" v="18" actId="20577"/>
      <pc:docMkLst>
        <pc:docMk/>
      </pc:docMkLst>
      <pc:sldChg chg="modSp mod">
        <pc:chgData name="LAOI RAFFERTY - STUDENT" userId="6200013d-4256-4add-a5f5-64268666eba0" providerId="ADAL" clId="{111D4892-B8FF-4B53-BDD0-3C6B7A03EEC6}" dt="2026-02-23T16:48:35.468" v="18" actId="20577"/>
        <pc:sldMkLst>
          <pc:docMk/>
          <pc:sldMk cId="3408941971" sldId="257"/>
        </pc:sldMkLst>
        <pc:spChg chg="mod">
          <ac:chgData name="LAOI RAFFERTY - STUDENT" userId="6200013d-4256-4add-a5f5-64268666eba0" providerId="ADAL" clId="{111D4892-B8FF-4B53-BDD0-3C6B7A03EEC6}" dt="2026-02-23T16:48:35.468" v="18" actId="20577"/>
          <ac:spMkLst>
            <pc:docMk/>
            <pc:sldMk cId="3408941971" sldId="257"/>
            <ac:spMk id="2" creationId="{E1DFDCE6-24C4-DB62-0E77-163DE10B43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263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682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746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171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09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931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073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466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957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1197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0400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7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0728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7994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0884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5352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6233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3A1FF-2709-4F42-93DC-582F6D3C0980}" type="datetimeFigureOut">
              <a:rPr lang="en-IE" smtClean="0"/>
              <a:t>23/02/2026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C9B19-381E-4927-9301-C3847199B25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99237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DCE6-24C4-DB62-0E77-163DE10B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Our app </a:t>
            </a:r>
            <a:r>
              <a:rPr lang="en-IE"/>
              <a:t>idea - Laoi Rafferty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20E03-4F16-C20A-A094-8940DCF62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social productivity app</a:t>
            </a:r>
          </a:p>
          <a:p>
            <a:r>
              <a:rPr lang="en-IE" dirty="0"/>
              <a:t>Users can track their habits with a streak system</a:t>
            </a:r>
          </a:p>
          <a:p>
            <a:r>
              <a:rPr lang="en-IE" dirty="0"/>
              <a:t>Users can add friends and share streaks or view progress for themselves, friends or groups</a:t>
            </a:r>
          </a:p>
          <a:p>
            <a:r>
              <a:rPr lang="en-IE" dirty="0"/>
              <a:t>Will implement a widget-like system that allows for customisation</a:t>
            </a:r>
          </a:p>
        </p:txBody>
      </p:sp>
    </p:spTree>
    <p:extLst>
      <p:ext uri="{BB962C8B-B14F-4D97-AF65-F5344CB8AC3E}">
        <p14:creationId xmlns:p14="http://schemas.microsoft.com/office/powerpoint/2010/main" val="340894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0D96-137A-9749-DB15-7A6538329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8661" y="180254"/>
            <a:ext cx="8791575" cy="1101292"/>
          </a:xfrm>
        </p:spPr>
        <p:txBody>
          <a:bodyPr/>
          <a:lstStyle/>
          <a:p>
            <a:r>
              <a:rPr lang="en-GB" dirty="0"/>
              <a:t>Our week in review: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F7D58-C0C4-0AE2-CCF7-2B5BB8C9B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661" y="1447654"/>
            <a:ext cx="8791575" cy="4017963"/>
          </a:xfrm>
        </p:spPr>
        <p:txBody>
          <a:bodyPr/>
          <a:lstStyle/>
          <a:p>
            <a:r>
              <a:rPr lang="en-GB" dirty="0"/>
              <a:t>Made a mock up of project – an initial view of how we hope the project will look</a:t>
            </a:r>
          </a:p>
          <a:p>
            <a:r>
              <a:rPr lang="en-GB" dirty="0"/>
              <a:t>Communicated on snapchat about scheduling</a:t>
            </a:r>
          </a:p>
          <a:p>
            <a:r>
              <a:rPr lang="en-GB" dirty="0"/>
              <a:t>Held meeting to discuss our ideas (study room + online call)</a:t>
            </a:r>
          </a:p>
          <a:p>
            <a:r>
              <a:rPr lang="en-GB" dirty="0"/>
              <a:t>Spoke about the technology, languages and frameworks we plan to use: angular, </a:t>
            </a:r>
            <a:r>
              <a:rPr lang="en-GB" dirty="0" err="1"/>
              <a:t>mongodb</a:t>
            </a:r>
            <a:r>
              <a:rPr lang="en-GB" dirty="0"/>
              <a:t>, python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84946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82086AEE22C14A99D056CFAF1F4FE7" ma:contentTypeVersion="12" ma:contentTypeDescription="Create a new document." ma:contentTypeScope="" ma:versionID="0841978a7b0d6fe67bdc226a7b23e703">
  <xsd:schema xmlns:xsd="http://www.w3.org/2001/XMLSchema" xmlns:xs="http://www.w3.org/2001/XMLSchema" xmlns:p="http://schemas.microsoft.com/office/2006/metadata/properties" xmlns:ns3="cf188fe0-14e6-49b0-9f0d-9b0aa24eabca" targetNamespace="http://schemas.microsoft.com/office/2006/metadata/properties" ma:root="true" ma:fieldsID="682fb89ea5ccf18f84246879d39604e0" ns3:_="">
    <xsd:import namespace="cf188fe0-14e6-49b0-9f0d-9b0aa24eab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SystemTags" minOccurs="0"/>
                <xsd:element ref="ns3:MediaServiceSearchProperties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188fe0-14e6-49b0-9f0d-9b0aa24eab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188fe0-14e6-49b0-9f0d-9b0aa24eabca" xsi:nil="true"/>
  </documentManagement>
</p:properties>
</file>

<file path=customXml/itemProps1.xml><?xml version="1.0" encoding="utf-8"?>
<ds:datastoreItem xmlns:ds="http://schemas.openxmlformats.org/officeDocument/2006/customXml" ds:itemID="{5B842128-24CB-4060-A5EC-4750B17D76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188fe0-14e6-49b0-9f0d-9b0aa24eab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2A764B-444A-439A-8B82-8C35F36912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965000-8759-4996-80F8-E519848F01C4}">
  <ds:schemaRefs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cf188fe0-14e6-49b0-9f0d-9b0aa24eabc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42</TotalTime>
  <Words>103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</vt:lpstr>
      <vt:lpstr>Our app idea - Laoi Rafferty</vt:lpstr>
      <vt:lpstr>Our week in review: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LAOI RAFFERTY - STUDENT</dc:creator>
  <cp:lastModifiedBy>LAOI RAFFERTY - STUDENT</cp:lastModifiedBy>
  <cp:revision>1</cp:revision>
  <dcterms:created xsi:type="dcterms:W3CDTF">2026-02-16T22:09:13Z</dcterms:created>
  <dcterms:modified xsi:type="dcterms:W3CDTF">2026-02-23T16:48:35Z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0x010100F982086AEE22C14A99D056CFAF1F4FE7</vt:lpwstr>
  </property>
</Properties>
</file>